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55555"/>
                </a:solidFill>
                <a:latin typeface="Calibri"/>
              </a:rPr>
              <a:t>Муниципальное бюджетное общеобразовательное учреждение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55555"/>
                </a:solidFill>
                <a:latin typeface="Calibri"/>
              </a:rPr>
              <a:t>средняя общеобразовательная школа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737360"/>
            <a:ext cx="5486400" cy="254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1801368"/>
            <a:ext cx="5486400" cy="127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8046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1F1F1F"/>
                </a:solidFill>
                <a:latin typeface="Calibri"/>
              </a:rPr>
              <a:t>Презентация по истории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51760"/>
            <a:ext cx="84124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F1F1F"/>
                </a:solidFill>
                <a:latin typeface="Calibri"/>
              </a:rPr>
              <a:t>на тему: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84124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«Кутузов Михаил Илларионович —</a:t>
            </a:r>
          </a:p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великий русский полководец»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4572000"/>
            <a:ext cx="5486400" cy="127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4206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1F1F"/>
                </a:solidFill>
                <a:latin typeface="Calibri"/>
              </a:rPr>
              <a:t>Выполнил: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166360"/>
            <a:ext cx="4206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1F1F"/>
                </a:solidFill>
                <a:latin typeface="Calibri"/>
              </a:rPr>
              <a:t>ученик 8 «А» класса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486400"/>
            <a:ext cx="4206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1F1F"/>
                </a:solidFill>
                <a:latin typeface="Calibri"/>
              </a:rPr>
              <a:t>Казаков Дмитрий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989320"/>
            <a:ext cx="4206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55555"/>
                </a:solidFill>
                <a:latin typeface="Calibri"/>
              </a:rPr>
              <a:t>Руководитель: _______________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00800"/>
            <a:ext cx="8412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2026 г.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8638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Краткая биография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Детство и образование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Начало военной службы и ранения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Войны с Турцией и Европейские кампании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Отечественная война 1812 года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Бородинское сражение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Совет в Филях. Оставление Москвы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Изгнание Наполеона из России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Итоги и значение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Список использованной литературы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Краткая биография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3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474720" cy="4572000"/>
          </a:xfrm>
          <a:prstGeom prst="rect">
            <a:avLst/>
          </a:prstGeom>
          <a:solidFill>
            <a:srgbClr val="EAF1F8"/>
          </a:solidFill>
          <a:ln w="9525">
            <a:solidFill>
              <a:srgbClr val="CC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645920"/>
            <a:ext cx="2743200" cy="2743200"/>
          </a:xfrm>
          <a:prstGeom prst="rect">
            <a:avLst/>
          </a:prstGeom>
          <a:solidFill>
            <a:srgbClr val="CCD5E0"/>
          </a:solidFill>
          <a:ln w="1524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5920"/>
            <a:ext cx="2743200" cy="2743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5555"/>
                </a:solidFill>
                <a:latin typeface="Calibri"/>
              </a:rPr>
              <a:t>[ портрет</a:t>
            </a:r>
          </a:p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5555"/>
                </a:solidFill>
                <a:latin typeface="Calibri"/>
              </a:rPr>
              <a:t>М.И. Кутузова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F497D"/>
                </a:solidFill>
                <a:latin typeface="Calibri"/>
              </a:rPr>
              <a:t>Михаил Илларионович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F497D"/>
                </a:solidFill>
                <a:latin typeface="Calibri"/>
              </a:rPr>
              <a:t>Голенищев-Кутузов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5555"/>
                </a:solidFill>
                <a:latin typeface="Calibri"/>
              </a:rPr>
              <a:t>(1745 – 1813)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417320"/>
            <a:ext cx="43891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Годы жизни: 1745 – 1813.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Родился в Санкт-Петербурге.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Русский полководец, генерал-фельдмаршал.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Светлейший князь Смоленский (с 1812 г.).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Главнокомандующий русской армией в Отечественной войне 1812 года.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Полный кавалер ордена Святого Георгия.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Ученик и соратник А.В. Суворова.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Детство и образование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Родился 5 (16) сентября 1745 года в семье военного инженера, генерал-поручика Иллариона Матвеевича Кутузова.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С детства отличался любознательностью, хорошо учился, знал несколько иностранных языков.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В 1759 году поступил в Дворянскую артиллерийскую и инженерную школу в Санкт-Петербурге.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Окончил школу с отличием и был оставлен преподавателем математики.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В 16 лет получил первый офицерский чин — прапорщик.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Начало военной службы. Ранения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С 1770-х годов участвовал в русско-турецких войнах под командованием П.А. Румянцева и А.В. Суворова.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В 1774 году был тяжело ранен в голову у деревни Шумы в Крыму — пуля прошла навылет у виска.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В 1788 году при осаде Очакова получил второе ранение в голову почти в то же место. Врачи считали его безнадёжным, но Кутузов выжил.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После ранений потерял глаз, однако вернулся в строй и продолжил военную карьеру.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За подвиги был награждён многими орденами, в том числе орденом Святого Георгия.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Войны с Турцией и Европейские кампании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Участвовал в штурме Измаила в 1790 году. А.В. Суворов писал о Кутузове: «Он шёл у меня на левом крыле, но был моей правой рукой».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С 1792 года — на дипломатической службе, был послом в Турции.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В 1805 году возглавил русскую армию в войне с Наполеоном. Совершил знаменитый марш-отступление от Браунау до Ольмюца.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В сражении при Аустерлице (1805) армия потерпела поражение — план боя был навязан Кутузову императором Александром I.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В 1811–1812 годах снова воевал с Турцией. Разгромил турецкую армию под Рущуком и заключил выгодный для России Бухарестский мир.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Отечественная война 1812 года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12 (24) июня 1812 года армия Наполеона (около 600 тысяч человек) перешла реку Неман и вторглась в Россию.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Русские войска были вынуждены отступать: силы противника были значительно больше.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В обществе нарастало недовольство отступлением. Народ требовал назначения главнокомандующим русского, а не иностранца.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8 (20) августа 1812 года Александр I назначил М.И. Кутузова главнокомандующим всеми русскими армиями.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Кутузов прибыл к войскам со словами: «Ну как можно отступать с такими молодцами!»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Бородинское сражение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7863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555"/>
                </a:solidFill>
                <a:latin typeface="Calibri"/>
              </a:rPr>
              <a:t>26 августа (7 сентября) 1812 года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786384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Крупнейшее сражение Отечественной войны 1812 года.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Произошло в 125 км западнее Москвы, у села Бородино.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Русская армия — около 120 тысяч человек, французская — около 135 тысяч.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Бой длился около 12 часов. Потери с обеих сторон были огромные — десятки тысяч человек.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Ни одна из сторон не добилась решающей победы, но стратегически сражение выиграл Кутузов: армия Наполеона не была разгромлена, но потеряла наступательную силу.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За Бородино Кутузов получил чин генерал-фельдмаршала.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700">
    <p:wipe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Совет в Филях. Оставление Москвы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1 (13) сентября 1812 года в подмосковной деревне Фили состоялся военный совет.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Кутузов принял тяжёлое решение — оставить Москву без боя, чтобы сохранить армию.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Его знаменитые слова: «С потерей Москвы ещё не потеряна Россия... С потерей же армии Россия потеряна».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2 (14) сентября французская армия вошла в Москву. В городе начались пожары.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900">
                <a:solidFill>
                  <a:srgbClr val="000000"/>
                </a:solidFill>
                <a:latin typeface="Calibri"/>
              </a:rPr>
              <a:t>Наполеон напрасно ждал в Москве делегации с просьбой о мире — её не было.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Изгнание Наполеона из России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Кутузов совершил знаменитый Тарутинский марш-манёвр: перевёл армию на юг, закрыв французам дорогу в хлебные губернии.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Сражение у Малоярославца (12 октября 1812 г.) заставило Наполеона отступать по разорённой Смоленской дороге.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Началось массовое дезертирство и гибель французской армии от голода и холода.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Действия партизан (Д. Давыдов, А. Сеславин и др.) наносили огромный урон противнику.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К декабрю 1812 года от «Великой армии» Наполеона осталось менее 10% — около 30 тысяч человек.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Итоги и значение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М.И. Кутузов — один из величайших полководцев в истории России.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Спас страну от порабощения, сохранил русскую армию и разгромил «Великую армию» Наполеона.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За победу в 1812 году получил титул светлейшего князя Смоленского.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Умер 16 (28) апреля 1813 года в городе Бунцлау (Силезия) во время Заграничного похода русской армии.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7680960" cy="11887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F1F1F"/>
                </a:solidFill>
                <a:latin typeface="Calibri"/>
              </a:rPr>
              <a:t>Его имя носят улицы и проспекты, корабли и военные академии.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F1F1F"/>
                </a:solidFill>
                <a:latin typeface="Times New Roman"/>
              </a:rPr>
              <a:t>«Каждый воин должен понимать свой манёвр»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М.И. Кутузов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7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F497D"/>
                </a:solidFill>
                <a:latin typeface="Calibri"/>
              </a:rPr>
              <a:t>Список использованной литературы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8046720" cy="12700"/>
          </a:xfrm>
          <a:prstGeom prst="rect">
            <a:avLst/>
          </a:prstGeom>
          <a:solidFill>
            <a:srgbClr val="CCD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Кутузов М.И. — великий русский полководец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786384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Брагин М. Г. Кутузов. — М.: Молодая гвардия, 1975.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Жилин П. А. Отечественная война 1812 года. — М.: Наука, 1988.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Троицкий Н. А. Фельдмаршал Кутузов: мифы и факты. — М.: Центрполиграф, 2002.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Учебник истории России. 8 класс.</a:t>
            </a:r>
          </a:p>
          <a:p>
            <a:pPr algn="l" marL="285750" indent="-285750">
              <a:lnSpc>
                <a:spcPct val="125000"/>
              </a:lnSpc>
              <a:buFont typeface="Arial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Интернет-ресурс: https://ru.wikipedia.org — статья «Кутузов, Михаил Илларионович».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6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377440"/>
            <a:ext cx="84124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1F497D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1F1F1F"/>
                </a:solidFill>
                <a:latin typeface="Calibri"/>
              </a:rPr>
              <a:t>Презентацию подготовил: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F1F1F"/>
                </a:solidFill>
                <a:latin typeface="Calibri"/>
              </a:rPr>
              <a:t>ученик 8 «А» класса Казаков Дмитрий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20640"/>
            <a:ext cx="8412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55555"/>
                </a:solidFill>
                <a:latin typeface="Calibri"/>
              </a:rPr>
              <a:t>2026 г.</a:t>
            </a:r>
          </a:p>
        </p:txBody>
      </p:sp>
    </p:spTree>
  </p:cSld>
  <p:clrMapOvr>
    <a:masterClrMapping/>
  </p:clrMapOvr>
  <p:transition xmlns:ns0="http://schemas.microsoft.com/office/powerpoint/2010/main" spd="med" advClick="1" ns0:dur="7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